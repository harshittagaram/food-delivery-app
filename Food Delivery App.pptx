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aleway" charset="1" panose="00000000000000000000"/>
      <p:regular r:id="rId16"/>
    </p:embeddedFont>
    <p:embeddedFont>
      <p:font typeface="Roboto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850237" y="3874740"/>
            <a:ext cx="9293424" cy="885974"/>
            <a:chOff x="0" y="0"/>
            <a:chExt cx="12391232" cy="1181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91232" cy="1181298"/>
            </a:xfrm>
            <a:custGeom>
              <a:avLst/>
              <a:gdLst/>
              <a:ahLst/>
              <a:cxnLst/>
              <a:rect r="r" b="b" t="t" l="l"/>
              <a:pathLst>
                <a:path h="1181298" w="12391232">
                  <a:moveTo>
                    <a:pt x="0" y="0"/>
                  </a:moveTo>
                  <a:lnTo>
                    <a:pt x="12391232" y="0"/>
                  </a:lnTo>
                  <a:lnTo>
                    <a:pt x="12391232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391232" cy="12098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Food Delivery App Overview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50237" y="5185916"/>
            <a:ext cx="9445526" cy="453629"/>
            <a:chOff x="0" y="0"/>
            <a:chExt cx="12594035" cy="6048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94035" cy="604838"/>
            </a:xfrm>
            <a:custGeom>
              <a:avLst/>
              <a:gdLst/>
              <a:ahLst/>
              <a:cxnLst/>
              <a:rect r="r" b="b" t="t" l="l"/>
              <a:pathLst>
                <a:path h="604838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12594035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A complete food ordering platform with admin and user functionality.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50237" y="5958482"/>
            <a:ext cx="9445526" cy="453629"/>
            <a:chOff x="0" y="0"/>
            <a:chExt cx="12594035" cy="6048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4035" cy="604838"/>
            </a:xfrm>
            <a:custGeom>
              <a:avLst/>
              <a:gdLst/>
              <a:ahLst/>
              <a:cxnLst/>
              <a:rect r="r" b="b" t="t" l="l"/>
              <a:pathLst>
                <a:path h="604838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12594035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Distinct interfaces serve administrators and users with tailored features.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2239416"/>
            <a:ext cx="7088237" cy="885974"/>
            <a:chOff x="0" y="0"/>
            <a:chExt cx="9450983" cy="1181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984" cy="1181298"/>
            </a:xfrm>
            <a:custGeom>
              <a:avLst/>
              <a:gdLst/>
              <a:ahLst/>
              <a:cxnLst/>
              <a:rect r="r" b="b" t="t" l="l"/>
              <a:pathLst>
                <a:path h="1181298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450983" cy="12098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Technology Stack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8" y="3834110"/>
            <a:ext cx="3544044" cy="442912"/>
            <a:chOff x="0" y="0"/>
            <a:chExt cx="4725392" cy="5905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Frontend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2238" y="4560540"/>
            <a:ext cx="4972645" cy="907256"/>
            <a:chOff x="0" y="0"/>
            <a:chExt cx="6630193" cy="12096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30193" cy="1209675"/>
            </a:xfrm>
            <a:custGeom>
              <a:avLst/>
              <a:gdLst/>
              <a:ahLst/>
              <a:cxnLst/>
              <a:rect r="r" b="b" t="t" l="l"/>
              <a:pathLst>
                <a:path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6630193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Built with React.js for a dynamic and responsive UI.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2238" y="5722888"/>
            <a:ext cx="4972645" cy="907256"/>
            <a:chOff x="0" y="0"/>
            <a:chExt cx="6630193" cy="12096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30193" cy="1209675"/>
            </a:xfrm>
            <a:custGeom>
              <a:avLst/>
              <a:gdLst/>
              <a:ahLst/>
              <a:cxnLst/>
              <a:rect r="r" b="b" t="t" l="l"/>
              <a:pathLst>
                <a:path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6630193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Admin and user panels use React Context API for state management.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66160" y="3834110"/>
            <a:ext cx="3544044" cy="442912"/>
            <a:chOff x="0" y="0"/>
            <a:chExt cx="4725392" cy="5905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Backend &amp; Storage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66160" y="4560540"/>
            <a:ext cx="4972645" cy="907256"/>
            <a:chOff x="0" y="0"/>
            <a:chExt cx="6630193" cy="12096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30193" cy="1209675"/>
            </a:xfrm>
            <a:custGeom>
              <a:avLst/>
              <a:gdLst/>
              <a:ahLst/>
              <a:cxnLst/>
              <a:rect r="r" b="b" t="t" l="l"/>
              <a:pathLst>
                <a:path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6630193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Spring Boot powers RESTful API services.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666160" y="5722888"/>
            <a:ext cx="4972645" cy="907256"/>
            <a:chOff x="0" y="0"/>
            <a:chExt cx="6630193" cy="12096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30193" cy="1209675"/>
            </a:xfrm>
            <a:custGeom>
              <a:avLst/>
              <a:gdLst/>
              <a:ahLst/>
              <a:cxnLst/>
              <a:rect r="r" b="b" t="t" l="l"/>
              <a:pathLst>
                <a:path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6630193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A relational database like MySQL or PostgreSQL stores data.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666160" y="6885235"/>
            <a:ext cx="4972645" cy="907256"/>
            <a:chOff x="0" y="0"/>
            <a:chExt cx="6630193" cy="12096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30193" cy="1209675"/>
            </a:xfrm>
            <a:custGeom>
              <a:avLst/>
              <a:gdLst/>
              <a:ahLst/>
              <a:cxnLst/>
              <a:rect r="r" b="b" t="t" l="l"/>
              <a:pathLst>
                <a:path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6630193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AWS S3 handles media asset storage securely.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40084" y="3834110"/>
            <a:ext cx="3544044" cy="442912"/>
            <a:chOff x="0" y="0"/>
            <a:chExt cx="4725392" cy="5905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Payment &amp; Security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40084" y="4560540"/>
            <a:ext cx="4972645" cy="907256"/>
            <a:chOff x="0" y="0"/>
            <a:chExt cx="6630193" cy="12096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30193" cy="1209675"/>
            </a:xfrm>
            <a:custGeom>
              <a:avLst/>
              <a:gdLst/>
              <a:ahLst/>
              <a:cxnLst/>
              <a:rect r="r" b="b" t="t" l="l"/>
              <a:pathLst>
                <a:path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0"/>
              <a:ext cx="6630193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Razorpay integration manages test mode transactions.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340084" y="5722888"/>
            <a:ext cx="4972645" cy="907256"/>
            <a:chOff x="0" y="0"/>
            <a:chExt cx="6630193" cy="12096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30193" cy="1209675"/>
            </a:xfrm>
            <a:custGeom>
              <a:avLst/>
              <a:gdLst/>
              <a:ahLst/>
              <a:cxnLst/>
              <a:rect r="r" b="b" t="t" l="l"/>
              <a:pathLst>
                <a:path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6630193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Token-based authentication secures user sessions (e.g., JWT).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850237" y="1796802"/>
            <a:ext cx="9445526" cy="1771947"/>
            <a:chOff x="0" y="0"/>
            <a:chExt cx="12594035" cy="23625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94035" cy="2362597"/>
            </a:xfrm>
            <a:custGeom>
              <a:avLst/>
              <a:gdLst/>
              <a:ahLst/>
              <a:cxnLst/>
              <a:rect r="r" b="b" t="t" l="l"/>
              <a:pathLst>
                <a:path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594035" cy="239117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Admin Panel – Overview &amp; Metrics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45475" y="3989189"/>
            <a:ext cx="4590604" cy="2569517"/>
            <a:chOff x="0" y="0"/>
            <a:chExt cx="6120805" cy="34260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108065" cy="3413252"/>
            </a:xfrm>
            <a:custGeom>
              <a:avLst/>
              <a:gdLst/>
              <a:ahLst/>
              <a:cxnLst/>
              <a:rect r="r" b="b" t="t" l="l"/>
              <a:pathLst>
                <a:path h="3413252" w="6108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9061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3254502"/>
                  </a:lnTo>
                  <a:cubicBezTo>
                    <a:pt x="6108065" y="3342259"/>
                    <a:pt x="6036818" y="3413252"/>
                    <a:pt x="5949061" y="3413252"/>
                  </a:cubicBezTo>
                  <a:lnTo>
                    <a:pt x="159004" y="3413252"/>
                  </a:lnTo>
                  <a:cubicBezTo>
                    <a:pt x="71120" y="3413252"/>
                    <a:pt x="0" y="3342132"/>
                    <a:pt x="0" y="3254502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20765" cy="3425952"/>
            </a:xfrm>
            <a:custGeom>
              <a:avLst/>
              <a:gdLst/>
              <a:ahLst/>
              <a:cxnLst/>
              <a:rect r="r" b="b" t="t" l="l"/>
              <a:pathLst>
                <a:path h="3425952" w="6120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411" y="0"/>
                  </a:lnTo>
                  <a:lnTo>
                    <a:pt x="5955411" y="6350"/>
                  </a:lnTo>
                  <a:lnTo>
                    <a:pt x="5955411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3260852"/>
                  </a:lnTo>
                  <a:lnTo>
                    <a:pt x="6114415" y="3260852"/>
                  </a:lnTo>
                  <a:lnTo>
                    <a:pt x="6120765" y="3260852"/>
                  </a:lnTo>
                  <a:cubicBezTo>
                    <a:pt x="6120765" y="3352038"/>
                    <a:pt x="6046724" y="3425952"/>
                    <a:pt x="5955411" y="3425952"/>
                  </a:cubicBezTo>
                  <a:lnTo>
                    <a:pt x="5955411" y="3419602"/>
                  </a:lnTo>
                  <a:lnTo>
                    <a:pt x="5955411" y="3425952"/>
                  </a:lnTo>
                  <a:lnTo>
                    <a:pt x="165354" y="3425952"/>
                  </a:lnTo>
                  <a:lnTo>
                    <a:pt x="165354" y="3419602"/>
                  </a:lnTo>
                  <a:lnTo>
                    <a:pt x="165354" y="3425952"/>
                  </a:lnTo>
                  <a:cubicBezTo>
                    <a:pt x="74041" y="3425952"/>
                    <a:pt x="0" y="3352038"/>
                    <a:pt x="0" y="32608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260852"/>
                  </a:lnTo>
                  <a:lnTo>
                    <a:pt x="6350" y="3260852"/>
                  </a:lnTo>
                  <a:lnTo>
                    <a:pt x="12700" y="3260852"/>
                  </a:lnTo>
                  <a:cubicBezTo>
                    <a:pt x="12700" y="3345053"/>
                    <a:pt x="81026" y="3413252"/>
                    <a:pt x="165354" y="3413252"/>
                  </a:cubicBezTo>
                  <a:lnTo>
                    <a:pt x="5955411" y="3413252"/>
                  </a:lnTo>
                  <a:cubicBezTo>
                    <a:pt x="6039739" y="3413252"/>
                    <a:pt x="6108065" y="3345053"/>
                    <a:pt x="6108065" y="3260852"/>
                  </a:cubicBezTo>
                  <a:lnTo>
                    <a:pt x="6108065" y="165100"/>
                  </a:lnTo>
                  <a:cubicBezTo>
                    <a:pt x="6108065" y="80899"/>
                    <a:pt x="6039739" y="12700"/>
                    <a:pt x="5955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143280" y="4286994"/>
            <a:ext cx="3544044" cy="442912"/>
            <a:chOff x="0" y="0"/>
            <a:chExt cx="4725392" cy="590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Dashboard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43280" y="4900017"/>
            <a:ext cx="3994994" cy="907256"/>
            <a:chOff x="0" y="0"/>
            <a:chExt cx="5326658" cy="12096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26658" cy="1209675"/>
            </a:xfrm>
            <a:custGeom>
              <a:avLst/>
              <a:gdLst/>
              <a:ahLst/>
              <a:cxnLst/>
              <a:rect r="r" b="b" t="t" l="l"/>
              <a:pathLst>
                <a:path h="1209675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5326658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Real-time metrics: orders, users, and revenue.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10071" y="3989189"/>
            <a:ext cx="4590604" cy="2569517"/>
            <a:chOff x="0" y="0"/>
            <a:chExt cx="6120805" cy="342602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6108065" cy="3413252"/>
            </a:xfrm>
            <a:custGeom>
              <a:avLst/>
              <a:gdLst/>
              <a:ahLst/>
              <a:cxnLst/>
              <a:rect r="r" b="b" t="t" l="l"/>
              <a:pathLst>
                <a:path h="3413252" w="6108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9061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3254502"/>
                  </a:lnTo>
                  <a:cubicBezTo>
                    <a:pt x="6108065" y="3342259"/>
                    <a:pt x="6036818" y="3413252"/>
                    <a:pt x="5949061" y="3413252"/>
                  </a:cubicBezTo>
                  <a:lnTo>
                    <a:pt x="159004" y="3413252"/>
                  </a:lnTo>
                  <a:cubicBezTo>
                    <a:pt x="71120" y="3413252"/>
                    <a:pt x="0" y="3342132"/>
                    <a:pt x="0" y="3254502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20765" cy="3425952"/>
            </a:xfrm>
            <a:custGeom>
              <a:avLst/>
              <a:gdLst/>
              <a:ahLst/>
              <a:cxnLst/>
              <a:rect r="r" b="b" t="t" l="l"/>
              <a:pathLst>
                <a:path h="3425952" w="6120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411" y="0"/>
                  </a:lnTo>
                  <a:lnTo>
                    <a:pt x="5955411" y="6350"/>
                  </a:lnTo>
                  <a:lnTo>
                    <a:pt x="5955411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3260852"/>
                  </a:lnTo>
                  <a:lnTo>
                    <a:pt x="6114415" y="3260852"/>
                  </a:lnTo>
                  <a:lnTo>
                    <a:pt x="6120765" y="3260852"/>
                  </a:lnTo>
                  <a:cubicBezTo>
                    <a:pt x="6120765" y="3352038"/>
                    <a:pt x="6046724" y="3425952"/>
                    <a:pt x="5955411" y="3425952"/>
                  </a:cubicBezTo>
                  <a:lnTo>
                    <a:pt x="5955411" y="3419602"/>
                  </a:lnTo>
                  <a:lnTo>
                    <a:pt x="5955411" y="3425952"/>
                  </a:lnTo>
                  <a:lnTo>
                    <a:pt x="165354" y="3425952"/>
                  </a:lnTo>
                  <a:lnTo>
                    <a:pt x="165354" y="3419602"/>
                  </a:lnTo>
                  <a:lnTo>
                    <a:pt x="165354" y="3425952"/>
                  </a:lnTo>
                  <a:cubicBezTo>
                    <a:pt x="74041" y="3425952"/>
                    <a:pt x="0" y="3352038"/>
                    <a:pt x="0" y="32608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260852"/>
                  </a:lnTo>
                  <a:lnTo>
                    <a:pt x="6350" y="3260852"/>
                  </a:lnTo>
                  <a:lnTo>
                    <a:pt x="12700" y="3260852"/>
                  </a:lnTo>
                  <a:cubicBezTo>
                    <a:pt x="12700" y="3345053"/>
                    <a:pt x="81026" y="3413252"/>
                    <a:pt x="165354" y="3413252"/>
                  </a:cubicBezTo>
                  <a:lnTo>
                    <a:pt x="5955411" y="3413252"/>
                  </a:lnTo>
                  <a:cubicBezTo>
                    <a:pt x="6039739" y="3413252"/>
                    <a:pt x="6108065" y="3345053"/>
                    <a:pt x="6108065" y="3260852"/>
                  </a:cubicBezTo>
                  <a:lnTo>
                    <a:pt x="6108065" y="165100"/>
                  </a:lnTo>
                  <a:cubicBezTo>
                    <a:pt x="6108065" y="80899"/>
                    <a:pt x="6039739" y="12700"/>
                    <a:pt x="5955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007876" y="4286994"/>
            <a:ext cx="3544044" cy="442912"/>
            <a:chOff x="0" y="0"/>
            <a:chExt cx="4725392" cy="5905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Food Management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07876" y="4900017"/>
            <a:ext cx="3994994" cy="1360885"/>
            <a:chOff x="0" y="0"/>
            <a:chExt cx="5326658" cy="181451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26658" cy="1814513"/>
            </a:xfrm>
            <a:custGeom>
              <a:avLst/>
              <a:gdLst/>
              <a:ahLst/>
              <a:cxnLst/>
              <a:rect r="r" b="b" t="t" l="l"/>
              <a:pathLst>
                <a:path h="1814513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5326658" cy="19097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CRUD operations for menu items with image uploads via AWS S3.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45475" y="6832699"/>
            <a:ext cx="9455051" cy="1662261"/>
            <a:chOff x="0" y="0"/>
            <a:chExt cx="12606735" cy="22163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" y="6350"/>
              <a:ext cx="12594082" cy="2203577"/>
            </a:xfrm>
            <a:custGeom>
              <a:avLst/>
              <a:gdLst/>
              <a:ahLst/>
              <a:cxnLst/>
              <a:rect r="r" b="b" t="t" l="l"/>
              <a:pathLst>
                <a:path h="2203577" w="12594082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44827"/>
                  </a:lnTo>
                  <a:cubicBezTo>
                    <a:pt x="12594082" y="2132457"/>
                    <a:pt x="12522708" y="2203577"/>
                    <a:pt x="12434570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606782" cy="2216277"/>
            </a:xfrm>
            <a:custGeom>
              <a:avLst/>
              <a:gdLst/>
              <a:ahLst/>
              <a:cxnLst/>
              <a:rect r="r" b="b" t="t" l="l"/>
              <a:pathLst>
                <a:path h="2216277" w="12606782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51177"/>
                  </a:lnTo>
                  <a:lnTo>
                    <a:pt x="12600432" y="2051177"/>
                  </a:lnTo>
                  <a:lnTo>
                    <a:pt x="12606782" y="2051177"/>
                  </a:lnTo>
                  <a:cubicBezTo>
                    <a:pt x="12606782" y="2142363"/>
                    <a:pt x="12532487" y="2216277"/>
                    <a:pt x="12440920" y="2216277"/>
                  </a:cubicBezTo>
                  <a:lnTo>
                    <a:pt x="12440920" y="2209927"/>
                  </a:lnTo>
                  <a:lnTo>
                    <a:pt x="12440920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2440920" y="2203577"/>
                  </a:lnTo>
                  <a:cubicBezTo>
                    <a:pt x="12525501" y="2203577"/>
                    <a:pt x="12594082" y="2135251"/>
                    <a:pt x="12594082" y="2051177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143280" y="7130504"/>
            <a:ext cx="3544044" cy="442912"/>
            <a:chOff x="0" y="0"/>
            <a:chExt cx="4725392" cy="5905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Order Oversight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43280" y="7743527"/>
            <a:ext cx="8859441" cy="453629"/>
            <a:chOff x="0" y="0"/>
            <a:chExt cx="11812588" cy="6048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812588" cy="604838"/>
            </a:xfrm>
            <a:custGeom>
              <a:avLst/>
              <a:gdLst/>
              <a:ahLst/>
              <a:cxnLst/>
              <a:rect r="r" b="b" t="t" l="l"/>
              <a:pathLst>
                <a:path h="604838" w="11812588">
                  <a:moveTo>
                    <a:pt x="0" y="0"/>
                  </a:moveTo>
                  <a:lnTo>
                    <a:pt x="11812588" y="0"/>
                  </a:lnTo>
                  <a:lnTo>
                    <a:pt x="118125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1181258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Track and update order statuses across all processing stages.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6858000" cy="10290274"/>
          </a:xfrm>
          <a:custGeom>
            <a:avLst/>
            <a:gdLst/>
            <a:ahLst/>
            <a:cxnLst/>
            <a:rect r="r" b="b" t="t" l="l"/>
            <a:pathLst>
              <a:path h="10290274" w="6858000">
                <a:moveTo>
                  <a:pt x="0" y="0"/>
                </a:moveTo>
                <a:lnTo>
                  <a:pt x="6858000" y="0"/>
                </a:lnTo>
                <a:lnTo>
                  <a:pt x="6858000" y="10290274"/>
                </a:lnTo>
                <a:lnTo>
                  <a:pt x="0" y="10290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" t="0" r="-15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824341" y="759321"/>
            <a:ext cx="9497317" cy="1725514"/>
            <a:chOff x="0" y="0"/>
            <a:chExt cx="12663090" cy="23006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63090" cy="2300685"/>
            </a:xfrm>
            <a:custGeom>
              <a:avLst/>
              <a:gdLst/>
              <a:ahLst/>
              <a:cxnLst/>
              <a:rect r="r" b="b" t="t" l="l"/>
              <a:pathLst>
                <a:path h="2300685" w="12663090">
                  <a:moveTo>
                    <a:pt x="0" y="0"/>
                  </a:moveTo>
                  <a:lnTo>
                    <a:pt x="12663090" y="0"/>
                  </a:lnTo>
                  <a:lnTo>
                    <a:pt x="12663090" y="2300685"/>
                  </a:lnTo>
                  <a:lnTo>
                    <a:pt x="0" y="23006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663090" cy="23387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749"/>
                </a:lnSpc>
              </a:pPr>
              <a:r>
                <a:rPr lang="en-US" sz="5374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User Panel – Interface &amp; Features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19579" y="2894111"/>
            <a:ext cx="630734" cy="630734"/>
            <a:chOff x="0" y="0"/>
            <a:chExt cx="840978" cy="8409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828294" cy="828294"/>
            </a:xfrm>
            <a:custGeom>
              <a:avLst/>
              <a:gdLst/>
              <a:ahLst/>
              <a:cxnLst/>
              <a:rect r="r" b="b" t="t" l="l"/>
              <a:pathLst>
                <a:path h="828294" w="828294">
                  <a:moveTo>
                    <a:pt x="0" y="154686"/>
                  </a:moveTo>
                  <a:cubicBezTo>
                    <a:pt x="0" y="69215"/>
                    <a:pt x="69215" y="0"/>
                    <a:pt x="154686" y="0"/>
                  </a:cubicBezTo>
                  <a:lnTo>
                    <a:pt x="673608" y="0"/>
                  </a:lnTo>
                  <a:cubicBezTo>
                    <a:pt x="758952" y="0"/>
                    <a:pt x="828294" y="69215"/>
                    <a:pt x="828294" y="154686"/>
                  </a:cubicBezTo>
                  <a:lnTo>
                    <a:pt x="828294" y="673608"/>
                  </a:lnTo>
                  <a:cubicBezTo>
                    <a:pt x="828294" y="758952"/>
                    <a:pt x="759079" y="828294"/>
                    <a:pt x="673608" y="828294"/>
                  </a:cubicBezTo>
                  <a:lnTo>
                    <a:pt x="154686" y="828294"/>
                  </a:lnTo>
                  <a:cubicBezTo>
                    <a:pt x="69215" y="828294"/>
                    <a:pt x="0" y="759079"/>
                    <a:pt x="0" y="67360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0994" cy="840994"/>
            </a:xfrm>
            <a:custGeom>
              <a:avLst/>
              <a:gdLst/>
              <a:ahLst/>
              <a:cxnLst/>
              <a:rect r="r" b="b" t="t" l="l"/>
              <a:pathLst>
                <a:path h="840994" w="840994">
                  <a:moveTo>
                    <a:pt x="0" y="161036"/>
                  </a:moveTo>
                  <a:cubicBezTo>
                    <a:pt x="0" y="72136"/>
                    <a:pt x="72136" y="0"/>
                    <a:pt x="161036" y="0"/>
                  </a:cubicBezTo>
                  <a:lnTo>
                    <a:pt x="679958" y="0"/>
                  </a:lnTo>
                  <a:lnTo>
                    <a:pt x="679958" y="6350"/>
                  </a:lnTo>
                  <a:lnTo>
                    <a:pt x="679958" y="0"/>
                  </a:lnTo>
                  <a:lnTo>
                    <a:pt x="679958" y="6350"/>
                  </a:lnTo>
                  <a:lnTo>
                    <a:pt x="679958" y="0"/>
                  </a:lnTo>
                  <a:cubicBezTo>
                    <a:pt x="768858" y="0"/>
                    <a:pt x="840994" y="72136"/>
                    <a:pt x="840994" y="161036"/>
                  </a:cubicBezTo>
                  <a:lnTo>
                    <a:pt x="834644" y="161036"/>
                  </a:lnTo>
                  <a:lnTo>
                    <a:pt x="840994" y="161036"/>
                  </a:lnTo>
                  <a:lnTo>
                    <a:pt x="840994" y="679958"/>
                  </a:lnTo>
                  <a:lnTo>
                    <a:pt x="834644" y="679958"/>
                  </a:lnTo>
                  <a:lnTo>
                    <a:pt x="840994" y="679958"/>
                  </a:lnTo>
                  <a:cubicBezTo>
                    <a:pt x="840994" y="768858"/>
                    <a:pt x="768858" y="840994"/>
                    <a:pt x="679958" y="840994"/>
                  </a:cubicBezTo>
                  <a:lnTo>
                    <a:pt x="679958" y="834644"/>
                  </a:lnTo>
                  <a:lnTo>
                    <a:pt x="679958" y="840994"/>
                  </a:lnTo>
                  <a:lnTo>
                    <a:pt x="161036" y="840994"/>
                  </a:lnTo>
                  <a:lnTo>
                    <a:pt x="161036" y="834644"/>
                  </a:lnTo>
                  <a:lnTo>
                    <a:pt x="161036" y="840994"/>
                  </a:lnTo>
                  <a:cubicBezTo>
                    <a:pt x="72136" y="840994"/>
                    <a:pt x="0" y="768858"/>
                    <a:pt x="0" y="679958"/>
                  </a:cubicBezTo>
                  <a:lnTo>
                    <a:pt x="0" y="161036"/>
                  </a:lnTo>
                  <a:lnTo>
                    <a:pt x="6350" y="161036"/>
                  </a:lnTo>
                  <a:lnTo>
                    <a:pt x="0" y="161036"/>
                  </a:lnTo>
                  <a:moveTo>
                    <a:pt x="12700" y="161036"/>
                  </a:moveTo>
                  <a:lnTo>
                    <a:pt x="12700" y="679958"/>
                  </a:lnTo>
                  <a:lnTo>
                    <a:pt x="6350" y="679958"/>
                  </a:lnTo>
                  <a:lnTo>
                    <a:pt x="12700" y="679958"/>
                  </a:lnTo>
                  <a:cubicBezTo>
                    <a:pt x="12700" y="761873"/>
                    <a:pt x="79121" y="828294"/>
                    <a:pt x="161036" y="828294"/>
                  </a:cubicBezTo>
                  <a:lnTo>
                    <a:pt x="679958" y="828294"/>
                  </a:lnTo>
                  <a:cubicBezTo>
                    <a:pt x="761873" y="828294"/>
                    <a:pt x="828294" y="761873"/>
                    <a:pt x="828294" y="679958"/>
                  </a:cubicBezTo>
                  <a:lnTo>
                    <a:pt x="828294" y="161036"/>
                  </a:lnTo>
                  <a:cubicBezTo>
                    <a:pt x="828294" y="79121"/>
                    <a:pt x="761873" y="12700"/>
                    <a:pt x="679958" y="12700"/>
                  </a:cubicBezTo>
                  <a:lnTo>
                    <a:pt x="161036" y="12700"/>
                  </a:lnTo>
                  <a:lnTo>
                    <a:pt x="161036" y="6350"/>
                  </a:lnTo>
                  <a:lnTo>
                    <a:pt x="161036" y="12700"/>
                  </a:lnTo>
                  <a:cubicBezTo>
                    <a:pt x="79121" y="12700"/>
                    <a:pt x="12700" y="79121"/>
                    <a:pt x="12700" y="161036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721626" y="2993678"/>
            <a:ext cx="3451472" cy="431304"/>
            <a:chOff x="0" y="0"/>
            <a:chExt cx="4601963" cy="575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01963" cy="575072"/>
            </a:xfrm>
            <a:custGeom>
              <a:avLst/>
              <a:gdLst/>
              <a:ahLst/>
              <a:cxnLst/>
              <a:rect r="r" b="b" t="t" l="l"/>
              <a:pathLst>
                <a:path h="575072" w="4601963">
                  <a:moveTo>
                    <a:pt x="0" y="0"/>
                  </a:moveTo>
                  <a:lnTo>
                    <a:pt x="4601963" y="0"/>
                  </a:lnTo>
                  <a:lnTo>
                    <a:pt x="4601963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601963" cy="5941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4"/>
                </a:lnSpc>
              </a:pPr>
              <a:r>
                <a:rPr lang="en-US" sz="268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Menu Browsing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21626" y="3590628"/>
            <a:ext cx="8600034" cy="441722"/>
            <a:chOff x="0" y="0"/>
            <a:chExt cx="11466712" cy="5889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66712" cy="588963"/>
            </a:xfrm>
            <a:custGeom>
              <a:avLst/>
              <a:gdLst/>
              <a:ahLst/>
              <a:cxnLst/>
              <a:rect r="r" b="b" t="t" l="l"/>
              <a:pathLst>
                <a:path h="588963" w="11466712">
                  <a:moveTo>
                    <a:pt x="0" y="0"/>
                  </a:moveTo>
                  <a:lnTo>
                    <a:pt x="11466712" y="0"/>
                  </a:lnTo>
                  <a:lnTo>
                    <a:pt x="11466712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11466712" cy="6842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Detailed views with images and descriptions of dishes.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19579" y="4579739"/>
            <a:ext cx="630734" cy="630734"/>
            <a:chOff x="0" y="0"/>
            <a:chExt cx="840978" cy="8409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828294" cy="828294"/>
            </a:xfrm>
            <a:custGeom>
              <a:avLst/>
              <a:gdLst/>
              <a:ahLst/>
              <a:cxnLst/>
              <a:rect r="r" b="b" t="t" l="l"/>
              <a:pathLst>
                <a:path h="828294" w="828294">
                  <a:moveTo>
                    <a:pt x="0" y="154686"/>
                  </a:moveTo>
                  <a:cubicBezTo>
                    <a:pt x="0" y="69215"/>
                    <a:pt x="69215" y="0"/>
                    <a:pt x="154686" y="0"/>
                  </a:cubicBezTo>
                  <a:lnTo>
                    <a:pt x="673608" y="0"/>
                  </a:lnTo>
                  <a:cubicBezTo>
                    <a:pt x="758952" y="0"/>
                    <a:pt x="828294" y="69215"/>
                    <a:pt x="828294" y="154686"/>
                  </a:cubicBezTo>
                  <a:lnTo>
                    <a:pt x="828294" y="673608"/>
                  </a:lnTo>
                  <a:cubicBezTo>
                    <a:pt x="828294" y="758952"/>
                    <a:pt x="759079" y="828294"/>
                    <a:pt x="673608" y="828294"/>
                  </a:cubicBezTo>
                  <a:lnTo>
                    <a:pt x="154686" y="828294"/>
                  </a:lnTo>
                  <a:cubicBezTo>
                    <a:pt x="69215" y="828294"/>
                    <a:pt x="0" y="759079"/>
                    <a:pt x="0" y="67360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0994" cy="840994"/>
            </a:xfrm>
            <a:custGeom>
              <a:avLst/>
              <a:gdLst/>
              <a:ahLst/>
              <a:cxnLst/>
              <a:rect r="r" b="b" t="t" l="l"/>
              <a:pathLst>
                <a:path h="840994" w="840994">
                  <a:moveTo>
                    <a:pt x="0" y="161036"/>
                  </a:moveTo>
                  <a:cubicBezTo>
                    <a:pt x="0" y="72136"/>
                    <a:pt x="72136" y="0"/>
                    <a:pt x="161036" y="0"/>
                  </a:cubicBezTo>
                  <a:lnTo>
                    <a:pt x="679958" y="0"/>
                  </a:lnTo>
                  <a:lnTo>
                    <a:pt x="679958" y="6350"/>
                  </a:lnTo>
                  <a:lnTo>
                    <a:pt x="679958" y="0"/>
                  </a:lnTo>
                  <a:lnTo>
                    <a:pt x="679958" y="6350"/>
                  </a:lnTo>
                  <a:lnTo>
                    <a:pt x="679958" y="0"/>
                  </a:lnTo>
                  <a:cubicBezTo>
                    <a:pt x="768858" y="0"/>
                    <a:pt x="840994" y="72136"/>
                    <a:pt x="840994" y="161036"/>
                  </a:cubicBezTo>
                  <a:lnTo>
                    <a:pt x="834644" y="161036"/>
                  </a:lnTo>
                  <a:lnTo>
                    <a:pt x="840994" y="161036"/>
                  </a:lnTo>
                  <a:lnTo>
                    <a:pt x="840994" y="679958"/>
                  </a:lnTo>
                  <a:lnTo>
                    <a:pt x="834644" y="679958"/>
                  </a:lnTo>
                  <a:lnTo>
                    <a:pt x="840994" y="679958"/>
                  </a:lnTo>
                  <a:cubicBezTo>
                    <a:pt x="840994" y="768858"/>
                    <a:pt x="768858" y="840994"/>
                    <a:pt x="679958" y="840994"/>
                  </a:cubicBezTo>
                  <a:lnTo>
                    <a:pt x="679958" y="834644"/>
                  </a:lnTo>
                  <a:lnTo>
                    <a:pt x="679958" y="840994"/>
                  </a:lnTo>
                  <a:lnTo>
                    <a:pt x="161036" y="840994"/>
                  </a:lnTo>
                  <a:lnTo>
                    <a:pt x="161036" y="834644"/>
                  </a:lnTo>
                  <a:lnTo>
                    <a:pt x="161036" y="840994"/>
                  </a:lnTo>
                  <a:cubicBezTo>
                    <a:pt x="72136" y="840994"/>
                    <a:pt x="0" y="768858"/>
                    <a:pt x="0" y="679958"/>
                  </a:cubicBezTo>
                  <a:lnTo>
                    <a:pt x="0" y="161036"/>
                  </a:lnTo>
                  <a:lnTo>
                    <a:pt x="6350" y="161036"/>
                  </a:lnTo>
                  <a:lnTo>
                    <a:pt x="0" y="161036"/>
                  </a:lnTo>
                  <a:moveTo>
                    <a:pt x="12700" y="161036"/>
                  </a:moveTo>
                  <a:lnTo>
                    <a:pt x="12700" y="679958"/>
                  </a:lnTo>
                  <a:lnTo>
                    <a:pt x="6350" y="679958"/>
                  </a:lnTo>
                  <a:lnTo>
                    <a:pt x="12700" y="679958"/>
                  </a:lnTo>
                  <a:cubicBezTo>
                    <a:pt x="12700" y="761873"/>
                    <a:pt x="79121" y="828294"/>
                    <a:pt x="161036" y="828294"/>
                  </a:cubicBezTo>
                  <a:lnTo>
                    <a:pt x="679958" y="828294"/>
                  </a:lnTo>
                  <a:cubicBezTo>
                    <a:pt x="761873" y="828294"/>
                    <a:pt x="828294" y="761873"/>
                    <a:pt x="828294" y="679958"/>
                  </a:cubicBezTo>
                  <a:lnTo>
                    <a:pt x="828294" y="161036"/>
                  </a:lnTo>
                  <a:cubicBezTo>
                    <a:pt x="828294" y="79121"/>
                    <a:pt x="761873" y="12700"/>
                    <a:pt x="679958" y="12700"/>
                  </a:cubicBezTo>
                  <a:lnTo>
                    <a:pt x="161036" y="12700"/>
                  </a:lnTo>
                  <a:lnTo>
                    <a:pt x="161036" y="6350"/>
                  </a:lnTo>
                  <a:lnTo>
                    <a:pt x="161036" y="12700"/>
                  </a:lnTo>
                  <a:cubicBezTo>
                    <a:pt x="79121" y="12700"/>
                    <a:pt x="12700" y="79121"/>
                    <a:pt x="12700" y="161036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721626" y="4679305"/>
            <a:ext cx="3451472" cy="431304"/>
            <a:chOff x="0" y="0"/>
            <a:chExt cx="4601963" cy="5750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01963" cy="575072"/>
            </a:xfrm>
            <a:custGeom>
              <a:avLst/>
              <a:gdLst/>
              <a:ahLst/>
              <a:cxnLst/>
              <a:rect r="r" b="b" t="t" l="l"/>
              <a:pathLst>
                <a:path h="575072" w="4601963">
                  <a:moveTo>
                    <a:pt x="0" y="0"/>
                  </a:moveTo>
                  <a:lnTo>
                    <a:pt x="4601963" y="0"/>
                  </a:lnTo>
                  <a:lnTo>
                    <a:pt x="4601963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601963" cy="5941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4"/>
                </a:lnSpc>
              </a:pPr>
              <a:r>
                <a:rPr lang="en-US" sz="268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Shopping Cart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21626" y="5276255"/>
            <a:ext cx="8600034" cy="441722"/>
            <a:chOff x="0" y="0"/>
            <a:chExt cx="11466712" cy="5889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66712" cy="588963"/>
            </a:xfrm>
            <a:custGeom>
              <a:avLst/>
              <a:gdLst/>
              <a:ahLst/>
              <a:cxnLst/>
              <a:rect r="r" b="b" t="t" l="l"/>
              <a:pathLst>
                <a:path h="588963" w="11466712">
                  <a:moveTo>
                    <a:pt x="0" y="0"/>
                  </a:moveTo>
                  <a:lnTo>
                    <a:pt x="11466712" y="0"/>
                  </a:lnTo>
                  <a:lnTo>
                    <a:pt x="11466712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11466712" cy="6842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Add, remove, and adjust quantities of food items.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19579" y="6265366"/>
            <a:ext cx="630734" cy="630734"/>
            <a:chOff x="0" y="0"/>
            <a:chExt cx="840978" cy="8409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" y="6350"/>
              <a:ext cx="828294" cy="828294"/>
            </a:xfrm>
            <a:custGeom>
              <a:avLst/>
              <a:gdLst/>
              <a:ahLst/>
              <a:cxnLst/>
              <a:rect r="r" b="b" t="t" l="l"/>
              <a:pathLst>
                <a:path h="828294" w="828294">
                  <a:moveTo>
                    <a:pt x="0" y="154686"/>
                  </a:moveTo>
                  <a:cubicBezTo>
                    <a:pt x="0" y="69215"/>
                    <a:pt x="69215" y="0"/>
                    <a:pt x="154686" y="0"/>
                  </a:cubicBezTo>
                  <a:lnTo>
                    <a:pt x="673608" y="0"/>
                  </a:lnTo>
                  <a:cubicBezTo>
                    <a:pt x="758952" y="0"/>
                    <a:pt x="828294" y="69215"/>
                    <a:pt x="828294" y="154686"/>
                  </a:cubicBezTo>
                  <a:lnTo>
                    <a:pt x="828294" y="673608"/>
                  </a:lnTo>
                  <a:cubicBezTo>
                    <a:pt x="828294" y="758952"/>
                    <a:pt x="759079" y="828294"/>
                    <a:pt x="673608" y="828294"/>
                  </a:cubicBezTo>
                  <a:lnTo>
                    <a:pt x="154686" y="828294"/>
                  </a:lnTo>
                  <a:cubicBezTo>
                    <a:pt x="69215" y="828294"/>
                    <a:pt x="0" y="759079"/>
                    <a:pt x="0" y="67360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40994" cy="840994"/>
            </a:xfrm>
            <a:custGeom>
              <a:avLst/>
              <a:gdLst/>
              <a:ahLst/>
              <a:cxnLst/>
              <a:rect r="r" b="b" t="t" l="l"/>
              <a:pathLst>
                <a:path h="840994" w="840994">
                  <a:moveTo>
                    <a:pt x="0" y="161036"/>
                  </a:moveTo>
                  <a:cubicBezTo>
                    <a:pt x="0" y="72136"/>
                    <a:pt x="72136" y="0"/>
                    <a:pt x="161036" y="0"/>
                  </a:cubicBezTo>
                  <a:lnTo>
                    <a:pt x="679958" y="0"/>
                  </a:lnTo>
                  <a:lnTo>
                    <a:pt x="679958" y="6350"/>
                  </a:lnTo>
                  <a:lnTo>
                    <a:pt x="679958" y="0"/>
                  </a:lnTo>
                  <a:lnTo>
                    <a:pt x="679958" y="6350"/>
                  </a:lnTo>
                  <a:lnTo>
                    <a:pt x="679958" y="0"/>
                  </a:lnTo>
                  <a:cubicBezTo>
                    <a:pt x="768858" y="0"/>
                    <a:pt x="840994" y="72136"/>
                    <a:pt x="840994" y="161036"/>
                  </a:cubicBezTo>
                  <a:lnTo>
                    <a:pt x="834644" y="161036"/>
                  </a:lnTo>
                  <a:lnTo>
                    <a:pt x="840994" y="161036"/>
                  </a:lnTo>
                  <a:lnTo>
                    <a:pt x="840994" y="679958"/>
                  </a:lnTo>
                  <a:lnTo>
                    <a:pt x="834644" y="679958"/>
                  </a:lnTo>
                  <a:lnTo>
                    <a:pt x="840994" y="679958"/>
                  </a:lnTo>
                  <a:cubicBezTo>
                    <a:pt x="840994" y="768858"/>
                    <a:pt x="768858" y="840994"/>
                    <a:pt x="679958" y="840994"/>
                  </a:cubicBezTo>
                  <a:lnTo>
                    <a:pt x="679958" y="834644"/>
                  </a:lnTo>
                  <a:lnTo>
                    <a:pt x="679958" y="840994"/>
                  </a:lnTo>
                  <a:lnTo>
                    <a:pt x="161036" y="840994"/>
                  </a:lnTo>
                  <a:lnTo>
                    <a:pt x="161036" y="834644"/>
                  </a:lnTo>
                  <a:lnTo>
                    <a:pt x="161036" y="840994"/>
                  </a:lnTo>
                  <a:cubicBezTo>
                    <a:pt x="72136" y="840994"/>
                    <a:pt x="0" y="768858"/>
                    <a:pt x="0" y="679958"/>
                  </a:cubicBezTo>
                  <a:lnTo>
                    <a:pt x="0" y="161036"/>
                  </a:lnTo>
                  <a:lnTo>
                    <a:pt x="6350" y="161036"/>
                  </a:lnTo>
                  <a:lnTo>
                    <a:pt x="0" y="161036"/>
                  </a:lnTo>
                  <a:moveTo>
                    <a:pt x="12700" y="161036"/>
                  </a:moveTo>
                  <a:lnTo>
                    <a:pt x="12700" y="679958"/>
                  </a:lnTo>
                  <a:lnTo>
                    <a:pt x="6350" y="679958"/>
                  </a:lnTo>
                  <a:lnTo>
                    <a:pt x="12700" y="679958"/>
                  </a:lnTo>
                  <a:cubicBezTo>
                    <a:pt x="12700" y="761873"/>
                    <a:pt x="79121" y="828294"/>
                    <a:pt x="161036" y="828294"/>
                  </a:cubicBezTo>
                  <a:lnTo>
                    <a:pt x="679958" y="828294"/>
                  </a:lnTo>
                  <a:cubicBezTo>
                    <a:pt x="761873" y="828294"/>
                    <a:pt x="828294" y="761873"/>
                    <a:pt x="828294" y="679958"/>
                  </a:cubicBezTo>
                  <a:lnTo>
                    <a:pt x="828294" y="161036"/>
                  </a:lnTo>
                  <a:cubicBezTo>
                    <a:pt x="828294" y="79121"/>
                    <a:pt x="761873" y="12700"/>
                    <a:pt x="679958" y="12700"/>
                  </a:cubicBezTo>
                  <a:lnTo>
                    <a:pt x="161036" y="12700"/>
                  </a:lnTo>
                  <a:lnTo>
                    <a:pt x="161036" y="6350"/>
                  </a:lnTo>
                  <a:lnTo>
                    <a:pt x="161036" y="12700"/>
                  </a:lnTo>
                  <a:cubicBezTo>
                    <a:pt x="79121" y="12700"/>
                    <a:pt x="12700" y="79121"/>
                    <a:pt x="12700" y="161036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721626" y="6364932"/>
            <a:ext cx="3451472" cy="431304"/>
            <a:chOff x="0" y="0"/>
            <a:chExt cx="4601963" cy="5750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01963" cy="575072"/>
            </a:xfrm>
            <a:custGeom>
              <a:avLst/>
              <a:gdLst/>
              <a:ahLst/>
              <a:cxnLst/>
              <a:rect r="r" b="b" t="t" l="l"/>
              <a:pathLst>
                <a:path h="575072" w="4601963">
                  <a:moveTo>
                    <a:pt x="0" y="0"/>
                  </a:moveTo>
                  <a:lnTo>
                    <a:pt x="4601963" y="0"/>
                  </a:lnTo>
                  <a:lnTo>
                    <a:pt x="4601963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601963" cy="5941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4"/>
                </a:lnSpc>
              </a:pPr>
              <a:r>
                <a:rPr lang="en-US" sz="268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Checkout &amp; Payment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721626" y="6961882"/>
            <a:ext cx="8600034" cy="883444"/>
            <a:chOff x="0" y="0"/>
            <a:chExt cx="11466712" cy="117792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466712" cy="1177925"/>
            </a:xfrm>
            <a:custGeom>
              <a:avLst/>
              <a:gdLst/>
              <a:ahLst/>
              <a:cxnLst/>
              <a:rect r="r" b="b" t="t" l="l"/>
              <a:pathLst>
                <a:path h="1177925" w="11466712">
                  <a:moveTo>
                    <a:pt x="0" y="0"/>
                  </a:moveTo>
                  <a:lnTo>
                    <a:pt x="11466712" y="0"/>
                  </a:lnTo>
                  <a:lnTo>
                    <a:pt x="11466712" y="1177925"/>
                  </a:lnTo>
                  <a:lnTo>
                    <a:pt x="0" y="1177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11466712" cy="12731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Secure payments via Razorpay test environment with immediate confirmation.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819579" y="8392715"/>
            <a:ext cx="630734" cy="630734"/>
            <a:chOff x="0" y="0"/>
            <a:chExt cx="840978" cy="84097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6350" y="6350"/>
              <a:ext cx="828294" cy="828294"/>
            </a:xfrm>
            <a:custGeom>
              <a:avLst/>
              <a:gdLst/>
              <a:ahLst/>
              <a:cxnLst/>
              <a:rect r="r" b="b" t="t" l="l"/>
              <a:pathLst>
                <a:path h="828294" w="828294">
                  <a:moveTo>
                    <a:pt x="0" y="154686"/>
                  </a:moveTo>
                  <a:cubicBezTo>
                    <a:pt x="0" y="69215"/>
                    <a:pt x="69215" y="0"/>
                    <a:pt x="154686" y="0"/>
                  </a:cubicBezTo>
                  <a:lnTo>
                    <a:pt x="673608" y="0"/>
                  </a:lnTo>
                  <a:cubicBezTo>
                    <a:pt x="758952" y="0"/>
                    <a:pt x="828294" y="69215"/>
                    <a:pt x="828294" y="154686"/>
                  </a:cubicBezTo>
                  <a:lnTo>
                    <a:pt x="828294" y="673608"/>
                  </a:lnTo>
                  <a:cubicBezTo>
                    <a:pt x="828294" y="758952"/>
                    <a:pt x="759079" y="828294"/>
                    <a:pt x="673608" y="828294"/>
                  </a:cubicBezTo>
                  <a:lnTo>
                    <a:pt x="154686" y="828294"/>
                  </a:lnTo>
                  <a:cubicBezTo>
                    <a:pt x="69215" y="828294"/>
                    <a:pt x="0" y="759079"/>
                    <a:pt x="0" y="67360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0994" cy="840994"/>
            </a:xfrm>
            <a:custGeom>
              <a:avLst/>
              <a:gdLst/>
              <a:ahLst/>
              <a:cxnLst/>
              <a:rect r="r" b="b" t="t" l="l"/>
              <a:pathLst>
                <a:path h="840994" w="840994">
                  <a:moveTo>
                    <a:pt x="0" y="161036"/>
                  </a:moveTo>
                  <a:cubicBezTo>
                    <a:pt x="0" y="72136"/>
                    <a:pt x="72136" y="0"/>
                    <a:pt x="161036" y="0"/>
                  </a:cubicBezTo>
                  <a:lnTo>
                    <a:pt x="679958" y="0"/>
                  </a:lnTo>
                  <a:lnTo>
                    <a:pt x="679958" y="6350"/>
                  </a:lnTo>
                  <a:lnTo>
                    <a:pt x="679958" y="0"/>
                  </a:lnTo>
                  <a:lnTo>
                    <a:pt x="679958" y="6350"/>
                  </a:lnTo>
                  <a:lnTo>
                    <a:pt x="679958" y="0"/>
                  </a:lnTo>
                  <a:cubicBezTo>
                    <a:pt x="768858" y="0"/>
                    <a:pt x="840994" y="72136"/>
                    <a:pt x="840994" y="161036"/>
                  </a:cubicBezTo>
                  <a:lnTo>
                    <a:pt x="834644" y="161036"/>
                  </a:lnTo>
                  <a:lnTo>
                    <a:pt x="840994" y="161036"/>
                  </a:lnTo>
                  <a:lnTo>
                    <a:pt x="840994" y="679958"/>
                  </a:lnTo>
                  <a:lnTo>
                    <a:pt x="834644" y="679958"/>
                  </a:lnTo>
                  <a:lnTo>
                    <a:pt x="840994" y="679958"/>
                  </a:lnTo>
                  <a:cubicBezTo>
                    <a:pt x="840994" y="768858"/>
                    <a:pt x="768858" y="840994"/>
                    <a:pt x="679958" y="840994"/>
                  </a:cubicBezTo>
                  <a:lnTo>
                    <a:pt x="679958" y="834644"/>
                  </a:lnTo>
                  <a:lnTo>
                    <a:pt x="679958" y="840994"/>
                  </a:lnTo>
                  <a:lnTo>
                    <a:pt x="161036" y="840994"/>
                  </a:lnTo>
                  <a:lnTo>
                    <a:pt x="161036" y="834644"/>
                  </a:lnTo>
                  <a:lnTo>
                    <a:pt x="161036" y="840994"/>
                  </a:lnTo>
                  <a:cubicBezTo>
                    <a:pt x="72136" y="840994"/>
                    <a:pt x="0" y="768858"/>
                    <a:pt x="0" y="679958"/>
                  </a:cubicBezTo>
                  <a:lnTo>
                    <a:pt x="0" y="161036"/>
                  </a:lnTo>
                  <a:lnTo>
                    <a:pt x="6350" y="161036"/>
                  </a:lnTo>
                  <a:lnTo>
                    <a:pt x="0" y="161036"/>
                  </a:lnTo>
                  <a:moveTo>
                    <a:pt x="12700" y="161036"/>
                  </a:moveTo>
                  <a:lnTo>
                    <a:pt x="12700" y="679958"/>
                  </a:lnTo>
                  <a:lnTo>
                    <a:pt x="6350" y="679958"/>
                  </a:lnTo>
                  <a:lnTo>
                    <a:pt x="12700" y="679958"/>
                  </a:lnTo>
                  <a:cubicBezTo>
                    <a:pt x="12700" y="761873"/>
                    <a:pt x="79121" y="828294"/>
                    <a:pt x="161036" y="828294"/>
                  </a:cubicBezTo>
                  <a:lnTo>
                    <a:pt x="679958" y="828294"/>
                  </a:lnTo>
                  <a:cubicBezTo>
                    <a:pt x="761873" y="828294"/>
                    <a:pt x="828294" y="761873"/>
                    <a:pt x="828294" y="679958"/>
                  </a:cubicBezTo>
                  <a:lnTo>
                    <a:pt x="828294" y="161036"/>
                  </a:lnTo>
                  <a:cubicBezTo>
                    <a:pt x="828294" y="79121"/>
                    <a:pt x="761873" y="12700"/>
                    <a:pt x="679958" y="12700"/>
                  </a:cubicBezTo>
                  <a:lnTo>
                    <a:pt x="161036" y="12700"/>
                  </a:lnTo>
                  <a:lnTo>
                    <a:pt x="161036" y="6350"/>
                  </a:lnTo>
                  <a:lnTo>
                    <a:pt x="161036" y="12700"/>
                  </a:lnTo>
                  <a:cubicBezTo>
                    <a:pt x="79121" y="12700"/>
                    <a:pt x="12700" y="79121"/>
                    <a:pt x="12700" y="161036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721626" y="8492281"/>
            <a:ext cx="3451472" cy="431304"/>
            <a:chOff x="0" y="0"/>
            <a:chExt cx="4601963" cy="5750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01963" cy="575072"/>
            </a:xfrm>
            <a:custGeom>
              <a:avLst/>
              <a:gdLst/>
              <a:ahLst/>
              <a:cxnLst/>
              <a:rect r="r" b="b" t="t" l="l"/>
              <a:pathLst>
                <a:path h="575072" w="4601963">
                  <a:moveTo>
                    <a:pt x="0" y="0"/>
                  </a:moveTo>
                  <a:lnTo>
                    <a:pt x="4601963" y="0"/>
                  </a:lnTo>
                  <a:lnTo>
                    <a:pt x="4601963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601963" cy="5941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4"/>
                </a:lnSpc>
              </a:pPr>
              <a:r>
                <a:rPr lang="en-US" sz="268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Order Tracking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721626" y="9089231"/>
            <a:ext cx="8600034" cy="441722"/>
            <a:chOff x="0" y="0"/>
            <a:chExt cx="11466712" cy="5889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466712" cy="588963"/>
            </a:xfrm>
            <a:custGeom>
              <a:avLst/>
              <a:gdLst/>
              <a:ahLst/>
              <a:cxnLst/>
              <a:rect r="r" b="b" t="t" l="l"/>
              <a:pathLst>
                <a:path h="588963" w="11466712">
                  <a:moveTo>
                    <a:pt x="0" y="0"/>
                  </a:moveTo>
                  <a:lnTo>
                    <a:pt x="11466712" y="0"/>
                  </a:lnTo>
                  <a:lnTo>
                    <a:pt x="11466712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0"/>
              <a:ext cx="11466712" cy="6842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Real-time updates on current and past orders' statuses.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3047405"/>
            <a:ext cx="11838534" cy="885974"/>
            <a:chOff x="0" y="0"/>
            <a:chExt cx="15784712" cy="1181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784712" cy="1181298"/>
            </a:xfrm>
            <a:custGeom>
              <a:avLst/>
              <a:gdLst/>
              <a:ahLst/>
              <a:cxnLst/>
              <a:rect r="r" b="b" t="t" l="l"/>
              <a:pathLst>
                <a:path h="1181298" w="15784712">
                  <a:moveTo>
                    <a:pt x="0" y="0"/>
                  </a:moveTo>
                  <a:lnTo>
                    <a:pt x="15784712" y="0"/>
                  </a:lnTo>
                  <a:lnTo>
                    <a:pt x="15784712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784712" cy="12098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Authentication &amp; State Management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8" y="4642097"/>
            <a:ext cx="3544044" cy="442912"/>
            <a:chOff x="0" y="0"/>
            <a:chExt cx="4725392" cy="5905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Authentication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2238" y="5368529"/>
            <a:ext cx="7805886" cy="907256"/>
            <a:chOff x="0" y="0"/>
            <a:chExt cx="10407848" cy="12096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848" cy="1209675"/>
            </a:xfrm>
            <a:custGeom>
              <a:avLst/>
              <a:gdLst/>
              <a:ahLst/>
              <a:cxnLst/>
              <a:rect r="r" b="b" t="t" l="l"/>
              <a:pathLst>
                <a:path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10407848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Token-based system ensures secure access for admins and users.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2238" y="6530876"/>
            <a:ext cx="7805886" cy="453629"/>
            <a:chOff x="0" y="0"/>
            <a:chExt cx="10407848" cy="6048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Role-based permissions protect sensitive functionality.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99401" y="4642097"/>
            <a:ext cx="3544044" cy="442912"/>
            <a:chOff x="0" y="0"/>
            <a:chExt cx="4725392" cy="5905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State Management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99401" y="5368529"/>
            <a:ext cx="7805886" cy="453629"/>
            <a:chOff x="0" y="0"/>
            <a:chExt cx="10407848" cy="6048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React Context API handles global app state effectively.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99401" y="6077247"/>
            <a:ext cx="7805886" cy="453629"/>
            <a:chOff x="0" y="0"/>
            <a:chExt cx="10407848" cy="6048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Custom hooks enable efficient data fetching and updates.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18288000" cy="3414415"/>
          </a:xfrm>
          <a:custGeom>
            <a:avLst/>
            <a:gdLst/>
            <a:ahLst/>
            <a:cxnLst/>
            <a:rect r="r" b="b" t="t" l="l"/>
            <a:pathLst>
              <a:path h="3414415" w="18288000">
                <a:moveTo>
                  <a:pt x="0" y="0"/>
                </a:moveTo>
                <a:lnTo>
                  <a:pt x="18288000" y="0"/>
                </a:lnTo>
                <a:lnTo>
                  <a:pt x="18288000" y="3414415"/>
                </a:lnTo>
                <a:lnTo>
                  <a:pt x="0" y="34144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" t="0" r="-65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6641752" y="341411"/>
            <a:ext cx="5004346" cy="2731591"/>
          </a:xfrm>
          <a:custGeom>
            <a:avLst/>
            <a:gdLst/>
            <a:ahLst/>
            <a:cxnLst/>
            <a:rect r="r" b="b" t="t" l="l"/>
            <a:pathLst>
              <a:path h="2731591" w="5004346">
                <a:moveTo>
                  <a:pt x="0" y="0"/>
                </a:moveTo>
                <a:lnTo>
                  <a:pt x="5004347" y="0"/>
                </a:lnTo>
                <a:lnTo>
                  <a:pt x="5004347" y="2731591"/>
                </a:lnTo>
                <a:lnTo>
                  <a:pt x="0" y="2731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5" r="0" b="-75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56072" y="4167187"/>
            <a:ext cx="13846969" cy="853679"/>
            <a:chOff x="0" y="0"/>
            <a:chExt cx="18462625" cy="11382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62625" cy="1138238"/>
            </a:xfrm>
            <a:custGeom>
              <a:avLst/>
              <a:gdLst/>
              <a:ahLst/>
              <a:cxnLst/>
              <a:rect r="r" b="b" t="t" l="l"/>
              <a:pathLst>
                <a:path h="1138238" w="18462625">
                  <a:moveTo>
                    <a:pt x="0" y="0"/>
                  </a:moveTo>
                  <a:lnTo>
                    <a:pt x="18462625" y="0"/>
                  </a:lnTo>
                  <a:lnTo>
                    <a:pt x="18462625" y="1138238"/>
                  </a:lnTo>
                  <a:lnTo>
                    <a:pt x="0" y="11382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462625" cy="11668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87"/>
                </a:lnSpc>
              </a:pPr>
              <a:r>
                <a:rPr lang="en-US" sz="5374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Backend Overview &amp; Authentication Module</a:t>
              </a:r>
            </a:p>
          </p:txBody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956072" y="5430590"/>
            <a:ext cx="4093964" cy="1092547"/>
          </a:xfrm>
          <a:custGeom>
            <a:avLst/>
            <a:gdLst/>
            <a:ahLst/>
            <a:cxnLst/>
            <a:rect r="r" b="b" t="t" l="l"/>
            <a:pathLst>
              <a:path h="1092547" w="4093964">
                <a:moveTo>
                  <a:pt x="0" y="0"/>
                </a:moveTo>
                <a:lnTo>
                  <a:pt x="4093964" y="0"/>
                </a:lnTo>
                <a:lnTo>
                  <a:pt x="4093964" y="1092548"/>
                </a:lnTo>
                <a:lnTo>
                  <a:pt x="0" y="10925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7" r="0" b="-107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29171" y="6932860"/>
            <a:ext cx="3414415" cy="426690"/>
            <a:chOff x="0" y="0"/>
            <a:chExt cx="4552553" cy="568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52554" cy="568920"/>
            </a:xfrm>
            <a:custGeom>
              <a:avLst/>
              <a:gdLst/>
              <a:ahLst/>
              <a:cxnLst/>
              <a:rect r="r" b="b" t="t" l="l"/>
              <a:pathLst>
                <a:path h="568920" w="4552554">
                  <a:moveTo>
                    <a:pt x="0" y="0"/>
                  </a:moveTo>
                  <a:lnTo>
                    <a:pt x="4552554" y="0"/>
                  </a:lnTo>
                  <a:lnTo>
                    <a:pt x="4552554" y="568920"/>
                  </a:lnTo>
                  <a:lnTo>
                    <a:pt x="0" y="568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552553" cy="5879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12"/>
                </a:lnSpc>
              </a:pPr>
              <a:r>
                <a:rPr lang="en-US" sz="268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Backend Framework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9171" y="7523410"/>
            <a:ext cx="3547765" cy="1310879"/>
            <a:chOff x="0" y="0"/>
            <a:chExt cx="4730353" cy="17478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30354" cy="1747838"/>
            </a:xfrm>
            <a:custGeom>
              <a:avLst/>
              <a:gdLst/>
              <a:ahLst/>
              <a:cxnLst/>
              <a:rect r="r" b="b" t="t" l="l"/>
              <a:pathLst>
                <a:path h="1747838" w="4730354">
                  <a:moveTo>
                    <a:pt x="0" y="0"/>
                  </a:moveTo>
                  <a:lnTo>
                    <a:pt x="4730354" y="0"/>
                  </a:lnTo>
                  <a:lnTo>
                    <a:pt x="4730354" y="1747838"/>
                  </a:lnTo>
                  <a:lnTo>
                    <a:pt x="0" y="1747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4730353" cy="1843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Spring Boot facilitates creating RESTful APIs for the app.</a:t>
              </a:r>
            </a:p>
          </p:txBody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5050036" y="5430590"/>
            <a:ext cx="4093964" cy="1092547"/>
          </a:xfrm>
          <a:custGeom>
            <a:avLst/>
            <a:gdLst/>
            <a:ahLst/>
            <a:cxnLst/>
            <a:rect r="r" b="b" t="t" l="l"/>
            <a:pathLst>
              <a:path h="1092547" w="4093964">
                <a:moveTo>
                  <a:pt x="0" y="0"/>
                </a:moveTo>
                <a:lnTo>
                  <a:pt x="4093964" y="0"/>
                </a:lnTo>
                <a:lnTo>
                  <a:pt x="4093964" y="1092548"/>
                </a:lnTo>
                <a:lnTo>
                  <a:pt x="0" y="10925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7" r="0" b="-107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323135" y="6932860"/>
            <a:ext cx="3547765" cy="853380"/>
            <a:chOff x="0" y="0"/>
            <a:chExt cx="4730353" cy="1137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30354" cy="1137840"/>
            </a:xfrm>
            <a:custGeom>
              <a:avLst/>
              <a:gdLst/>
              <a:ahLst/>
              <a:cxnLst/>
              <a:rect r="r" b="b" t="t" l="l"/>
              <a:pathLst>
                <a:path h="1137840" w="4730354">
                  <a:moveTo>
                    <a:pt x="0" y="0"/>
                  </a:moveTo>
                  <a:lnTo>
                    <a:pt x="4730354" y="0"/>
                  </a:lnTo>
                  <a:lnTo>
                    <a:pt x="4730354" y="1137840"/>
                  </a:lnTo>
                  <a:lnTo>
                    <a:pt x="0" y="1137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730353" cy="11568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12"/>
                </a:lnSpc>
              </a:pPr>
              <a:r>
                <a:rPr lang="en-US" sz="268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Authentication Module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23135" y="7950101"/>
            <a:ext cx="3547765" cy="1310879"/>
            <a:chOff x="0" y="0"/>
            <a:chExt cx="4730353" cy="17478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30354" cy="1747838"/>
            </a:xfrm>
            <a:custGeom>
              <a:avLst/>
              <a:gdLst/>
              <a:ahLst/>
              <a:cxnLst/>
              <a:rect r="r" b="b" t="t" l="l"/>
              <a:pathLst>
                <a:path h="1747838" w="4730354">
                  <a:moveTo>
                    <a:pt x="0" y="0"/>
                  </a:moveTo>
                  <a:lnTo>
                    <a:pt x="4730354" y="0"/>
                  </a:lnTo>
                  <a:lnTo>
                    <a:pt x="4730354" y="1747838"/>
                  </a:lnTo>
                  <a:lnTo>
                    <a:pt x="0" y="1747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4730353" cy="1843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JWT tokens provide secure login, registration, and session handling.</a:t>
              </a:r>
            </a:p>
          </p:txBody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9144000" y="5430590"/>
            <a:ext cx="4093964" cy="1092547"/>
          </a:xfrm>
          <a:custGeom>
            <a:avLst/>
            <a:gdLst/>
            <a:ahLst/>
            <a:cxnLst/>
            <a:rect r="r" b="b" t="t" l="l"/>
            <a:pathLst>
              <a:path h="1092547" w="4093964">
                <a:moveTo>
                  <a:pt x="0" y="0"/>
                </a:moveTo>
                <a:lnTo>
                  <a:pt x="4093964" y="0"/>
                </a:lnTo>
                <a:lnTo>
                  <a:pt x="4093964" y="1092548"/>
                </a:lnTo>
                <a:lnTo>
                  <a:pt x="0" y="10925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7" r="0" b="-107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9417100" y="6932860"/>
            <a:ext cx="3414415" cy="426690"/>
            <a:chOff x="0" y="0"/>
            <a:chExt cx="4552553" cy="568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52554" cy="568920"/>
            </a:xfrm>
            <a:custGeom>
              <a:avLst/>
              <a:gdLst/>
              <a:ahLst/>
              <a:cxnLst/>
              <a:rect r="r" b="b" t="t" l="l"/>
              <a:pathLst>
                <a:path h="568920" w="4552554">
                  <a:moveTo>
                    <a:pt x="0" y="0"/>
                  </a:moveTo>
                  <a:lnTo>
                    <a:pt x="4552554" y="0"/>
                  </a:lnTo>
                  <a:lnTo>
                    <a:pt x="4552554" y="568920"/>
                  </a:lnTo>
                  <a:lnTo>
                    <a:pt x="0" y="568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552553" cy="5879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12"/>
                </a:lnSpc>
              </a:pPr>
              <a:r>
                <a:rPr lang="en-US" sz="268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Role-Based Access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17100" y="7523410"/>
            <a:ext cx="3547765" cy="1310879"/>
            <a:chOff x="0" y="0"/>
            <a:chExt cx="4730353" cy="17478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30354" cy="1747838"/>
            </a:xfrm>
            <a:custGeom>
              <a:avLst/>
              <a:gdLst/>
              <a:ahLst/>
              <a:cxnLst/>
              <a:rect r="r" b="b" t="t" l="l"/>
              <a:pathLst>
                <a:path h="1747838" w="4730354">
                  <a:moveTo>
                    <a:pt x="0" y="0"/>
                  </a:moveTo>
                  <a:lnTo>
                    <a:pt x="4730354" y="0"/>
                  </a:lnTo>
                  <a:lnTo>
                    <a:pt x="4730354" y="1747838"/>
                  </a:lnTo>
                  <a:lnTo>
                    <a:pt x="0" y="1747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4730353" cy="1843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Distinct admin and user privileges protect app resources.</a:t>
              </a:r>
            </a:p>
          </p:txBody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13237964" y="5430590"/>
            <a:ext cx="4093964" cy="1092547"/>
          </a:xfrm>
          <a:custGeom>
            <a:avLst/>
            <a:gdLst/>
            <a:ahLst/>
            <a:cxnLst/>
            <a:rect r="r" b="b" t="t" l="l"/>
            <a:pathLst>
              <a:path h="1092547" w="4093964">
                <a:moveTo>
                  <a:pt x="0" y="0"/>
                </a:moveTo>
                <a:lnTo>
                  <a:pt x="4093963" y="0"/>
                </a:lnTo>
                <a:lnTo>
                  <a:pt x="4093963" y="1092548"/>
                </a:lnTo>
                <a:lnTo>
                  <a:pt x="0" y="109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07" r="0" b="-107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3511064" y="6932860"/>
            <a:ext cx="3414415" cy="426690"/>
            <a:chOff x="0" y="0"/>
            <a:chExt cx="4552553" cy="568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52554" cy="568920"/>
            </a:xfrm>
            <a:custGeom>
              <a:avLst/>
              <a:gdLst/>
              <a:ahLst/>
              <a:cxnLst/>
              <a:rect r="r" b="b" t="t" l="l"/>
              <a:pathLst>
                <a:path h="568920" w="4552554">
                  <a:moveTo>
                    <a:pt x="0" y="0"/>
                  </a:moveTo>
                  <a:lnTo>
                    <a:pt x="4552554" y="0"/>
                  </a:lnTo>
                  <a:lnTo>
                    <a:pt x="4552554" y="568920"/>
                  </a:lnTo>
                  <a:lnTo>
                    <a:pt x="0" y="568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552553" cy="5879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12"/>
                </a:lnSpc>
              </a:pPr>
              <a:r>
                <a:rPr lang="en-US" sz="268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Food Module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511064" y="7523410"/>
            <a:ext cx="3547765" cy="1310879"/>
            <a:chOff x="0" y="0"/>
            <a:chExt cx="4730353" cy="17478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30354" cy="1747838"/>
            </a:xfrm>
            <a:custGeom>
              <a:avLst/>
              <a:gdLst/>
              <a:ahLst/>
              <a:cxnLst/>
              <a:rect r="r" b="b" t="t" l="l"/>
              <a:pathLst>
                <a:path h="1747838" w="4730354">
                  <a:moveTo>
                    <a:pt x="0" y="0"/>
                  </a:moveTo>
                  <a:lnTo>
                    <a:pt x="4730354" y="0"/>
                  </a:lnTo>
                  <a:lnTo>
                    <a:pt x="4730354" y="1747838"/>
                  </a:lnTo>
                  <a:lnTo>
                    <a:pt x="0" y="1747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4730353" cy="1843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REST endpoints support CRUD operations for menu management.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>
            <a:hlinkClick r:id="rId3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2238" y="2310407"/>
            <a:ext cx="8427392" cy="885974"/>
            <a:chOff x="0" y="0"/>
            <a:chExt cx="11236523" cy="11812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36523" cy="1181298"/>
            </a:xfrm>
            <a:custGeom>
              <a:avLst/>
              <a:gdLst/>
              <a:ahLst/>
              <a:cxnLst/>
              <a:rect r="r" b="b" t="t" l="l"/>
              <a:pathLst>
                <a:path h="1181298" w="11236523">
                  <a:moveTo>
                    <a:pt x="0" y="0"/>
                  </a:moveTo>
                  <a:lnTo>
                    <a:pt x="11236523" y="0"/>
                  </a:lnTo>
                  <a:lnTo>
                    <a:pt x="11236523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1236523" cy="12098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Cart Module Functionality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7475" y="3616821"/>
            <a:ext cx="647402" cy="647402"/>
            <a:chOff x="0" y="0"/>
            <a:chExt cx="863203" cy="8632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13632" y="3718917"/>
            <a:ext cx="3544044" cy="442912"/>
            <a:chOff x="0" y="0"/>
            <a:chExt cx="4725392" cy="5905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Cart Tracking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13632" y="4331940"/>
            <a:ext cx="3624263" cy="1360885"/>
            <a:chOff x="0" y="0"/>
            <a:chExt cx="4832350" cy="18145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32350" cy="1814513"/>
            </a:xfrm>
            <a:custGeom>
              <a:avLst/>
              <a:gdLst/>
              <a:ahLst/>
              <a:cxnLst/>
              <a:rect r="r" b="b" t="t" l="l"/>
              <a:pathLst>
                <a:path h="1814513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4832350" cy="19097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Backend maintains user-specific cart data for accuracy.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887491" y="3616821"/>
            <a:ext cx="647403" cy="647402"/>
            <a:chOff x="0" y="0"/>
            <a:chExt cx="863203" cy="863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13649" y="3718917"/>
            <a:ext cx="3544044" cy="442912"/>
            <a:chOff x="0" y="0"/>
            <a:chExt cx="4725392" cy="5905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APIs Provided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13649" y="4331940"/>
            <a:ext cx="3624262" cy="907256"/>
            <a:chOff x="0" y="0"/>
            <a:chExt cx="4832350" cy="12096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32350" cy="1209675"/>
            </a:xfrm>
            <a:custGeom>
              <a:avLst/>
              <a:gdLst/>
              <a:ahLst/>
              <a:cxnLst/>
              <a:rect r="r" b="b" t="t" l="l"/>
              <a:pathLst>
                <a:path h="1209675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4832350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POST to add/remove specific food items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13649" y="5338316"/>
            <a:ext cx="3624262" cy="907256"/>
            <a:chOff x="0" y="0"/>
            <a:chExt cx="4832350" cy="12096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32350" cy="1209675"/>
            </a:xfrm>
            <a:custGeom>
              <a:avLst/>
              <a:gdLst/>
              <a:ahLst/>
              <a:cxnLst/>
              <a:rect r="r" b="b" t="t" l="l"/>
              <a:pathLst>
                <a:path h="1209675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4832350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GET to retrieve current cart contents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7475" y="6807845"/>
            <a:ext cx="647402" cy="647402"/>
            <a:chOff x="0" y="0"/>
            <a:chExt cx="863203" cy="8632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913632" y="6909941"/>
            <a:ext cx="3544044" cy="442912"/>
            <a:chOff x="0" y="0"/>
            <a:chExt cx="4725392" cy="5905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Synchronization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913632" y="7522964"/>
            <a:ext cx="8524131" cy="453629"/>
            <a:chOff x="0" y="0"/>
            <a:chExt cx="11365508" cy="6048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65509" cy="604838"/>
            </a:xfrm>
            <a:custGeom>
              <a:avLst/>
              <a:gdLst/>
              <a:ahLst/>
              <a:cxnLst/>
              <a:rect r="r" b="b" t="t" l="l"/>
              <a:pathLst>
                <a:path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Frontend state aligns continuously with backend cart status.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18288000" cy="3544044"/>
          </a:xfrm>
          <a:custGeom>
            <a:avLst/>
            <a:gdLst/>
            <a:ahLst/>
            <a:cxnLst/>
            <a:rect r="r" b="b" t="t" l="l"/>
            <a:pathLst>
              <a:path h="3544044" w="18288000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" t="0" r="-1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92238" y="5206752"/>
            <a:ext cx="9752708" cy="885974"/>
            <a:chOff x="0" y="0"/>
            <a:chExt cx="13003610" cy="1181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03610" cy="1181298"/>
            </a:xfrm>
            <a:custGeom>
              <a:avLst/>
              <a:gdLst/>
              <a:ahLst/>
              <a:cxnLst/>
              <a:rect r="r" b="b" t="t" l="l"/>
              <a:pathLst>
                <a:path h="1181298" w="13003610">
                  <a:moveTo>
                    <a:pt x="0" y="0"/>
                  </a:moveTo>
                  <a:lnTo>
                    <a:pt x="13003610" y="0"/>
                  </a:lnTo>
                  <a:lnTo>
                    <a:pt x="13003610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3003610" cy="12098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Order Module &amp; Management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7475" y="6513165"/>
            <a:ext cx="5254973" cy="2115890"/>
            <a:chOff x="0" y="0"/>
            <a:chExt cx="7006630" cy="28211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993890" cy="2808478"/>
            </a:xfrm>
            <a:custGeom>
              <a:avLst/>
              <a:gdLst/>
              <a:ahLst/>
              <a:cxnLst/>
              <a:rect r="r" b="b" t="t" l="l"/>
              <a:pathLst>
                <a:path h="2808478" w="6993890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649728"/>
                  </a:lnTo>
                  <a:cubicBezTo>
                    <a:pt x="6993890" y="2737485"/>
                    <a:pt x="6922643" y="2808478"/>
                    <a:pt x="6834632" y="2808478"/>
                  </a:cubicBezTo>
                  <a:lnTo>
                    <a:pt x="159258" y="2808478"/>
                  </a:lnTo>
                  <a:cubicBezTo>
                    <a:pt x="71374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06717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717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2656078"/>
                  </a:lnTo>
                  <a:lnTo>
                    <a:pt x="7000367" y="2656078"/>
                  </a:lnTo>
                  <a:lnTo>
                    <a:pt x="7006717" y="2656078"/>
                  </a:lnTo>
                  <a:cubicBezTo>
                    <a:pt x="7006717" y="2747264"/>
                    <a:pt x="6932549" y="2821178"/>
                    <a:pt x="6841109" y="2821178"/>
                  </a:cubicBezTo>
                  <a:lnTo>
                    <a:pt x="6841109" y="2814828"/>
                  </a:lnTo>
                  <a:lnTo>
                    <a:pt x="6841109" y="2821178"/>
                  </a:lnTo>
                  <a:lnTo>
                    <a:pt x="165608" y="2821178"/>
                  </a:lnTo>
                  <a:lnTo>
                    <a:pt x="165608" y="2814828"/>
                  </a:lnTo>
                  <a:lnTo>
                    <a:pt x="165608" y="2821178"/>
                  </a:lnTo>
                  <a:cubicBezTo>
                    <a:pt x="74168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608" y="2808478"/>
                  </a:cubicBezTo>
                  <a:lnTo>
                    <a:pt x="6841109" y="2808478"/>
                  </a:lnTo>
                  <a:cubicBezTo>
                    <a:pt x="6925564" y="2808478"/>
                    <a:pt x="6994017" y="2740152"/>
                    <a:pt x="6994017" y="2656078"/>
                  </a:cubicBezTo>
                  <a:lnTo>
                    <a:pt x="6994017" y="165100"/>
                  </a:lnTo>
                  <a:cubicBezTo>
                    <a:pt x="6994017" y="80899"/>
                    <a:pt x="6925564" y="12700"/>
                    <a:pt x="6841109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85280" y="6810970"/>
            <a:ext cx="3544044" cy="442912"/>
            <a:chOff x="0" y="0"/>
            <a:chExt cx="4725392" cy="590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Checkout Processing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5280" y="7423994"/>
            <a:ext cx="4659362" cy="907256"/>
            <a:chOff x="0" y="0"/>
            <a:chExt cx="6212483" cy="12096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12483" cy="1209675"/>
            </a:xfrm>
            <a:custGeom>
              <a:avLst/>
              <a:gdLst/>
              <a:ahLst/>
              <a:cxnLst/>
              <a:rect r="r" b="b" t="t" l="l"/>
              <a:pathLst>
                <a:path h="1209675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6212483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Handles creation of new user orders efficiently.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16440" y="6513165"/>
            <a:ext cx="5254973" cy="2115890"/>
            <a:chOff x="0" y="0"/>
            <a:chExt cx="7006630" cy="28211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6993890" cy="2808478"/>
            </a:xfrm>
            <a:custGeom>
              <a:avLst/>
              <a:gdLst/>
              <a:ahLst/>
              <a:cxnLst/>
              <a:rect r="r" b="b" t="t" l="l"/>
              <a:pathLst>
                <a:path h="2808478" w="6993890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649728"/>
                  </a:lnTo>
                  <a:cubicBezTo>
                    <a:pt x="6993890" y="2737485"/>
                    <a:pt x="6922643" y="2808478"/>
                    <a:pt x="6834632" y="2808478"/>
                  </a:cubicBezTo>
                  <a:lnTo>
                    <a:pt x="159258" y="2808478"/>
                  </a:lnTo>
                  <a:cubicBezTo>
                    <a:pt x="71374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06717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717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2656078"/>
                  </a:lnTo>
                  <a:lnTo>
                    <a:pt x="7000367" y="2656078"/>
                  </a:lnTo>
                  <a:lnTo>
                    <a:pt x="7006717" y="2656078"/>
                  </a:lnTo>
                  <a:cubicBezTo>
                    <a:pt x="7006717" y="2747264"/>
                    <a:pt x="6932549" y="2821178"/>
                    <a:pt x="6841109" y="2821178"/>
                  </a:cubicBezTo>
                  <a:lnTo>
                    <a:pt x="6841109" y="2814828"/>
                  </a:lnTo>
                  <a:lnTo>
                    <a:pt x="6841109" y="2821178"/>
                  </a:lnTo>
                  <a:lnTo>
                    <a:pt x="165608" y="2821178"/>
                  </a:lnTo>
                  <a:lnTo>
                    <a:pt x="165608" y="2814828"/>
                  </a:lnTo>
                  <a:lnTo>
                    <a:pt x="165608" y="2821178"/>
                  </a:lnTo>
                  <a:cubicBezTo>
                    <a:pt x="74168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608" y="2808478"/>
                  </a:cubicBezTo>
                  <a:lnTo>
                    <a:pt x="6841109" y="2808478"/>
                  </a:lnTo>
                  <a:cubicBezTo>
                    <a:pt x="6925564" y="2808478"/>
                    <a:pt x="6994017" y="2740152"/>
                    <a:pt x="6994017" y="2656078"/>
                  </a:cubicBezTo>
                  <a:lnTo>
                    <a:pt x="6994017" y="165100"/>
                  </a:lnTo>
                  <a:cubicBezTo>
                    <a:pt x="6994017" y="80899"/>
                    <a:pt x="6925564" y="12700"/>
                    <a:pt x="6841109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14245" y="6810970"/>
            <a:ext cx="3544044" cy="442912"/>
            <a:chOff x="0" y="0"/>
            <a:chExt cx="4725392" cy="5905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User Order History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14245" y="7423994"/>
            <a:ext cx="4659362" cy="907256"/>
            <a:chOff x="0" y="0"/>
            <a:chExt cx="6212483" cy="12096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12483" cy="1209675"/>
            </a:xfrm>
            <a:custGeom>
              <a:avLst/>
              <a:gdLst/>
              <a:ahLst/>
              <a:cxnLst/>
              <a:rect r="r" b="b" t="t" l="l"/>
              <a:pathLst>
                <a:path h="1209675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6212483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Users can view past and current order statuses securely.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45404" y="6513165"/>
            <a:ext cx="5254973" cy="2115890"/>
            <a:chOff x="0" y="0"/>
            <a:chExt cx="7006630" cy="282118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" y="6350"/>
              <a:ext cx="6993890" cy="2808478"/>
            </a:xfrm>
            <a:custGeom>
              <a:avLst/>
              <a:gdLst/>
              <a:ahLst/>
              <a:cxnLst/>
              <a:rect r="r" b="b" t="t" l="l"/>
              <a:pathLst>
                <a:path h="2808478" w="6993890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649728"/>
                  </a:lnTo>
                  <a:cubicBezTo>
                    <a:pt x="6993890" y="2737485"/>
                    <a:pt x="6922643" y="2808478"/>
                    <a:pt x="6834632" y="2808478"/>
                  </a:cubicBezTo>
                  <a:lnTo>
                    <a:pt x="159258" y="2808478"/>
                  </a:lnTo>
                  <a:cubicBezTo>
                    <a:pt x="71374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06717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717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2656078"/>
                  </a:lnTo>
                  <a:lnTo>
                    <a:pt x="7000367" y="2656078"/>
                  </a:lnTo>
                  <a:lnTo>
                    <a:pt x="7006717" y="2656078"/>
                  </a:lnTo>
                  <a:cubicBezTo>
                    <a:pt x="7006717" y="2747264"/>
                    <a:pt x="6932549" y="2821178"/>
                    <a:pt x="6841109" y="2821178"/>
                  </a:cubicBezTo>
                  <a:lnTo>
                    <a:pt x="6841109" y="2814828"/>
                  </a:lnTo>
                  <a:lnTo>
                    <a:pt x="6841109" y="2821178"/>
                  </a:lnTo>
                  <a:lnTo>
                    <a:pt x="165608" y="2821178"/>
                  </a:lnTo>
                  <a:lnTo>
                    <a:pt x="165608" y="2814828"/>
                  </a:lnTo>
                  <a:lnTo>
                    <a:pt x="165608" y="2821178"/>
                  </a:lnTo>
                  <a:cubicBezTo>
                    <a:pt x="74168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608" y="2808478"/>
                  </a:cubicBezTo>
                  <a:lnTo>
                    <a:pt x="6841109" y="2808478"/>
                  </a:lnTo>
                  <a:cubicBezTo>
                    <a:pt x="6925564" y="2808478"/>
                    <a:pt x="6994017" y="2740152"/>
                    <a:pt x="6994017" y="2656078"/>
                  </a:cubicBezTo>
                  <a:lnTo>
                    <a:pt x="6994017" y="165100"/>
                  </a:lnTo>
                  <a:cubicBezTo>
                    <a:pt x="6994017" y="80899"/>
                    <a:pt x="6925564" y="12700"/>
                    <a:pt x="6841109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343210" y="6810970"/>
            <a:ext cx="3544044" cy="442912"/>
            <a:chOff x="0" y="0"/>
            <a:chExt cx="4725392" cy="5905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Admin Oversight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343210" y="7423994"/>
            <a:ext cx="4659362" cy="907256"/>
            <a:chOff x="0" y="0"/>
            <a:chExt cx="6212483" cy="12096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12483" cy="1209675"/>
            </a:xfrm>
            <a:custGeom>
              <a:avLst/>
              <a:gdLst/>
              <a:ahLst/>
              <a:cxnLst/>
              <a:rect r="r" b="b" t="t" l="l"/>
              <a:pathLst>
                <a:path h="1209675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6212483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Admin can access all orders for management and analysis.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3274219"/>
            <a:ext cx="10037712" cy="885974"/>
            <a:chOff x="0" y="0"/>
            <a:chExt cx="13383617" cy="1181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83617" cy="1181298"/>
            </a:xfrm>
            <a:custGeom>
              <a:avLst/>
              <a:gdLst/>
              <a:ahLst/>
              <a:cxnLst/>
              <a:rect r="r" b="b" t="t" l="l"/>
              <a:pathLst>
                <a:path h="1181298" w="13383617">
                  <a:moveTo>
                    <a:pt x="0" y="0"/>
                  </a:moveTo>
                  <a:lnTo>
                    <a:pt x="13383617" y="0"/>
                  </a:lnTo>
                  <a:lnTo>
                    <a:pt x="13383617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3383617" cy="12098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AWS S3 &amp; Payment Integration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8" y="4868912"/>
            <a:ext cx="3544044" cy="442912"/>
            <a:chOff x="0" y="0"/>
            <a:chExt cx="4725392" cy="5905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AWS S3 Integration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2238" y="5595342"/>
            <a:ext cx="7805886" cy="453629"/>
            <a:chOff x="0" y="0"/>
            <a:chExt cx="10407848" cy="6048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Securely uploads food images via AWS SDK to S3 buckets.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2238" y="6304061"/>
            <a:ext cx="7805886" cy="453629"/>
            <a:chOff x="0" y="0"/>
            <a:chExt cx="10407848" cy="6048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Provides public URLs for efficient frontend rendering.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99401" y="4868912"/>
            <a:ext cx="3544044" cy="442912"/>
            <a:chOff x="0" y="0"/>
            <a:chExt cx="4725392" cy="5905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Payment Gateway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99401" y="5595342"/>
            <a:ext cx="7805886" cy="453629"/>
            <a:chOff x="0" y="0"/>
            <a:chExt cx="10407848" cy="6048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Razorpay test mode simulates payment flows within the app.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99401" y="6304061"/>
            <a:ext cx="7805886" cy="453629"/>
            <a:chOff x="0" y="0"/>
            <a:chExt cx="10407848" cy="6048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Generates and verifies orders before backend confirmation.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>
            <a:hlinkClick r:id="rId3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03535" y="1093440"/>
            <a:ext cx="9622929" cy="1613595"/>
            <a:chOff x="0" y="0"/>
            <a:chExt cx="12830572" cy="21514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30572" cy="2151460"/>
            </a:xfrm>
            <a:custGeom>
              <a:avLst/>
              <a:gdLst/>
              <a:ahLst/>
              <a:cxnLst/>
              <a:rect r="r" b="b" t="t" l="l"/>
              <a:pathLst>
                <a:path h="2151460" w="12830572">
                  <a:moveTo>
                    <a:pt x="0" y="0"/>
                  </a:moveTo>
                  <a:lnTo>
                    <a:pt x="12830572" y="0"/>
                  </a:lnTo>
                  <a:lnTo>
                    <a:pt x="12830572" y="2151460"/>
                  </a:lnTo>
                  <a:lnTo>
                    <a:pt x="0" y="21514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830572" cy="218956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312"/>
                </a:lnSpc>
              </a:pPr>
              <a:r>
                <a:rPr lang="en-US" sz="50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Testing, Deployment &amp; Future Plans</a:t>
              </a:r>
            </a:p>
          </p:txBody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903535" y="3094285"/>
            <a:ext cx="1290935" cy="1549153"/>
          </a:xfrm>
          <a:custGeom>
            <a:avLst/>
            <a:gdLst/>
            <a:ahLst/>
            <a:cxnLst/>
            <a:rect r="r" b="b" t="t" l="l"/>
            <a:pathLst>
              <a:path h="1549153" w="1290935">
                <a:moveTo>
                  <a:pt x="0" y="0"/>
                </a:moveTo>
                <a:lnTo>
                  <a:pt x="1290935" y="0"/>
                </a:lnTo>
                <a:lnTo>
                  <a:pt x="1290935" y="1549153"/>
                </a:lnTo>
                <a:lnTo>
                  <a:pt x="0" y="1549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2" t="0" r="-62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581721" y="3352354"/>
            <a:ext cx="3227338" cy="403472"/>
            <a:chOff x="0" y="0"/>
            <a:chExt cx="4303117" cy="5379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03117" cy="537963"/>
            </a:xfrm>
            <a:custGeom>
              <a:avLst/>
              <a:gdLst/>
              <a:ahLst/>
              <a:cxnLst/>
              <a:rect r="r" b="b" t="t" l="l"/>
              <a:pathLst>
                <a:path h="537963" w="4303117">
                  <a:moveTo>
                    <a:pt x="0" y="0"/>
                  </a:moveTo>
                  <a:lnTo>
                    <a:pt x="4303117" y="0"/>
                  </a:lnTo>
                  <a:lnTo>
                    <a:pt x="4303117" y="537963"/>
                  </a:lnTo>
                  <a:lnTo>
                    <a:pt x="0" y="537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303117" cy="5665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Testing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581721" y="3910607"/>
            <a:ext cx="7944742" cy="413146"/>
            <a:chOff x="0" y="0"/>
            <a:chExt cx="10592990" cy="5508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92990" cy="550862"/>
            </a:xfrm>
            <a:custGeom>
              <a:avLst/>
              <a:gdLst/>
              <a:ahLst/>
              <a:cxnLst/>
              <a:rect r="r" b="b" t="t" l="l"/>
              <a:pathLst>
                <a:path h="550862" w="10592990">
                  <a:moveTo>
                    <a:pt x="0" y="0"/>
                  </a:moveTo>
                  <a:lnTo>
                    <a:pt x="10592990" y="0"/>
                  </a:lnTo>
                  <a:lnTo>
                    <a:pt x="10592990" y="550862"/>
                  </a:lnTo>
                  <a:lnTo>
                    <a:pt x="0" y="550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10592990" cy="6461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Unit and integration tests cover frontend and backend modules.</a:t>
              </a:r>
            </a:p>
          </p:txBody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903535" y="4643437"/>
            <a:ext cx="1290935" cy="2055465"/>
          </a:xfrm>
          <a:custGeom>
            <a:avLst/>
            <a:gdLst/>
            <a:ahLst/>
            <a:cxnLst/>
            <a:rect r="r" b="b" t="t" l="l"/>
            <a:pathLst>
              <a:path h="2055465" w="1290935">
                <a:moveTo>
                  <a:pt x="0" y="0"/>
                </a:moveTo>
                <a:lnTo>
                  <a:pt x="1290935" y="0"/>
                </a:lnTo>
                <a:lnTo>
                  <a:pt x="1290935" y="2055465"/>
                </a:lnTo>
                <a:lnTo>
                  <a:pt x="0" y="2055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" t="0" r="-125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2581721" y="4901505"/>
            <a:ext cx="3227338" cy="403472"/>
            <a:chOff x="0" y="0"/>
            <a:chExt cx="4303117" cy="5379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03117" cy="537963"/>
            </a:xfrm>
            <a:custGeom>
              <a:avLst/>
              <a:gdLst/>
              <a:ahLst/>
              <a:cxnLst/>
              <a:rect r="r" b="b" t="t" l="l"/>
              <a:pathLst>
                <a:path h="537963" w="4303117">
                  <a:moveTo>
                    <a:pt x="0" y="0"/>
                  </a:moveTo>
                  <a:lnTo>
                    <a:pt x="4303117" y="0"/>
                  </a:lnTo>
                  <a:lnTo>
                    <a:pt x="4303117" y="537963"/>
                  </a:lnTo>
                  <a:lnTo>
                    <a:pt x="0" y="537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4303117" cy="5665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Deployment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581721" y="5459760"/>
            <a:ext cx="7944742" cy="413146"/>
            <a:chOff x="0" y="0"/>
            <a:chExt cx="10592990" cy="5508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92990" cy="550862"/>
            </a:xfrm>
            <a:custGeom>
              <a:avLst/>
              <a:gdLst/>
              <a:ahLst/>
              <a:cxnLst/>
              <a:rect r="r" b="b" t="t" l="l"/>
              <a:pathLst>
                <a:path h="550862" w="10592990">
                  <a:moveTo>
                    <a:pt x="0" y="0"/>
                  </a:moveTo>
                  <a:lnTo>
                    <a:pt x="10592990" y="0"/>
                  </a:lnTo>
                  <a:lnTo>
                    <a:pt x="10592990" y="550862"/>
                  </a:lnTo>
                  <a:lnTo>
                    <a:pt x="0" y="550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10592990" cy="6461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Cloud platforms like AWS or Heroku enable scalable hosting.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581721" y="6027687"/>
            <a:ext cx="7944742" cy="413146"/>
            <a:chOff x="0" y="0"/>
            <a:chExt cx="10592990" cy="5508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92990" cy="550862"/>
            </a:xfrm>
            <a:custGeom>
              <a:avLst/>
              <a:gdLst/>
              <a:ahLst/>
              <a:cxnLst/>
              <a:rect r="r" b="b" t="t" l="l"/>
              <a:pathLst>
                <a:path h="550862" w="10592990">
                  <a:moveTo>
                    <a:pt x="0" y="0"/>
                  </a:moveTo>
                  <a:lnTo>
                    <a:pt x="10592990" y="0"/>
                  </a:lnTo>
                  <a:lnTo>
                    <a:pt x="10592990" y="550862"/>
                  </a:lnTo>
                  <a:lnTo>
                    <a:pt x="0" y="550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10592990" cy="6461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CI/CD pipelines automate smooth app updates.</a:t>
              </a:r>
            </a:p>
          </p:txBody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903535" y="6698902"/>
            <a:ext cx="1290935" cy="2494509"/>
          </a:xfrm>
          <a:custGeom>
            <a:avLst/>
            <a:gdLst/>
            <a:ahLst/>
            <a:cxnLst/>
            <a:rect r="r" b="b" t="t" l="l"/>
            <a:pathLst>
              <a:path h="2494509" w="1290935">
                <a:moveTo>
                  <a:pt x="0" y="0"/>
                </a:moveTo>
                <a:lnTo>
                  <a:pt x="1290935" y="0"/>
                </a:lnTo>
                <a:lnTo>
                  <a:pt x="1290935" y="2494509"/>
                </a:lnTo>
                <a:lnTo>
                  <a:pt x="0" y="24945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2" t="0" r="-152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2581721" y="6956971"/>
            <a:ext cx="3287017" cy="403472"/>
            <a:chOff x="0" y="0"/>
            <a:chExt cx="4382690" cy="5379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2690" cy="537963"/>
            </a:xfrm>
            <a:custGeom>
              <a:avLst/>
              <a:gdLst/>
              <a:ahLst/>
              <a:cxnLst/>
              <a:rect r="r" b="b" t="t" l="l"/>
              <a:pathLst>
                <a:path h="537963" w="4382690">
                  <a:moveTo>
                    <a:pt x="0" y="0"/>
                  </a:moveTo>
                  <a:lnTo>
                    <a:pt x="4382690" y="0"/>
                  </a:lnTo>
                  <a:lnTo>
                    <a:pt x="4382690" y="537963"/>
                  </a:lnTo>
                  <a:lnTo>
                    <a:pt x="0" y="537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382690" cy="5665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Future Enhancements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581721" y="7515225"/>
            <a:ext cx="7944742" cy="413146"/>
            <a:chOff x="0" y="0"/>
            <a:chExt cx="10592990" cy="55086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592990" cy="550862"/>
            </a:xfrm>
            <a:custGeom>
              <a:avLst/>
              <a:gdLst/>
              <a:ahLst/>
              <a:cxnLst/>
              <a:rect r="r" b="b" t="t" l="l"/>
              <a:pathLst>
                <a:path h="550862" w="10592990">
                  <a:moveTo>
                    <a:pt x="0" y="0"/>
                  </a:moveTo>
                  <a:lnTo>
                    <a:pt x="10592990" y="0"/>
                  </a:lnTo>
                  <a:lnTo>
                    <a:pt x="10592990" y="550862"/>
                  </a:lnTo>
                  <a:lnTo>
                    <a:pt x="0" y="550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10592990" cy="6461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01625" indent="-150812" lvl="1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Real-time order tracking via WebSockets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581721" y="8018710"/>
            <a:ext cx="7944742" cy="413146"/>
            <a:chOff x="0" y="0"/>
            <a:chExt cx="10592990" cy="55086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92990" cy="550862"/>
            </a:xfrm>
            <a:custGeom>
              <a:avLst/>
              <a:gdLst/>
              <a:ahLst/>
              <a:cxnLst/>
              <a:rect r="r" b="b" t="t" l="l"/>
              <a:pathLst>
                <a:path h="550862" w="10592990">
                  <a:moveTo>
                    <a:pt x="0" y="0"/>
                  </a:moveTo>
                  <a:lnTo>
                    <a:pt x="10592990" y="0"/>
                  </a:lnTo>
                  <a:lnTo>
                    <a:pt x="10592990" y="550862"/>
                  </a:lnTo>
                  <a:lnTo>
                    <a:pt x="0" y="550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10592990" cy="6461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01625" indent="-150812" lvl="1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User reviews and ratings for food items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581721" y="8522196"/>
            <a:ext cx="7944742" cy="413146"/>
            <a:chOff x="0" y="0"/>
            <a:chExt cx="10592990" cy="55086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92990" cy="550862"/>
            </a:xfrm>
            <a:custGeom>
              <a:avLst/>
              <a:gdLst/>
              <a:ahLst/>
              <a:cxnLst/>
              <a:rect r="r" b="b" t="t" l="l"/>
              <a:pathLst>
                <a:path h="550862" w="10592990">
                  <a:moveTo>
                    <a:pt x="0" y="0"/>
                  </a:moveTo>
                  <a:lnTo>
                    <a:pt x="10592990" y="0"/>
                  </a:lnTo>
                  <a:lnTo>
                    <a:pt x="10592990" y="550862"/>
                  </a:lnTo>
                  <a:lnTo>
                    <a:pt x="0" y="550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0"/>
              <a:ext cx="10592990" cy="6461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01625" indent="-150812" lvl="1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Multi-language support for wider audiences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DAGmG58fZiQ</dc:identifier>
  <dcterms:modified xsi:type="dcterms:W3CDTF">2011-08-01T06:04:30Z</dcterms:modified>
  <cp:revision>1</cp:revision>
</cp:coreProperties>
</file>